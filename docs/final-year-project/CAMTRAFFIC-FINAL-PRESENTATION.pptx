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AI-Based Traffic Sign Detection and Traffic Law Enforcement System for Cambodia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CamTraffic — Final Year Project Defense (2026)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Dim Sareach · Computer Science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Agenda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1. Problem and motivation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2. Objectives and scope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3. System architecture and workflow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5171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4. AI pipeline and model results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50474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5. Implementation highlights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55778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6. Testing, deployment, and conclusion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61081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7. Demo and Q&amp;A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Problem Background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Manual traffic enforcement is labor-intensive and inconsistent.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High traffic volume causes delayed violation response.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Paper-based workflows reduce traceability and reporting quality.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5171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Need an integrated digital + AI pipeline for enforcement.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Project Objectives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Detect traffic signs/vehicles from camera frames (YOLOv11).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Read license plates and auto-link to driver records (EasyOCR).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Auto-create violations, notify officers/drivers in real-time.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5171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Provide admin/officer/driver portals with complete workflows.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Research Questions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Can YOLOv11 provide practical Cambodian traffic detection quality?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Can OCR provide usable plate-reading performance in local contexts?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What architecture best supports real-time, role-based enforcement?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Frontend Admin + Frontend User (React + Vite + TypeScript).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Backend service (Django REST + JWT + RBAC).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AI service (FastAPI + YOLOv11 + EasyOCR).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5171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PostgreSQL + Redis + Celery + Nginx + Docker Compose.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End-to-End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Camera frame submitted to /integration/cameras/{id}/process-frame/.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Backend dispatches Celery task for async AI processing.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AI service runs detection + OCR and returns structured result.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5171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Backend persists Detection/OCR, creates Violation when matched.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50474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Officers and drivers receive in-app notifications.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Dataset Summary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10607040" cy="3474720"/>
        </p:xfrm>
        <a:graphic>
          <a:graphicData uri="http://schemas.openxmlformats.org/drawingml/2006/table">
            <a:tbl>
              <a:tblPr/>
              <a:tblGrid>
                <a:gridCol w="3535680"/>
                <a:gridCol w="3535680"/>
                <a:gridCol w="353568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Source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Images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Classes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Traffic signs + augmented/synthetic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2,980+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Vehicle classes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4,615+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License plates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1,253+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Combined target class space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8,548 total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31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6035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Collection tracker: data/datasets/scripts/collection_tracker.py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YOLOv11 v2 Evaluation Results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10607040" cy="3474720"/>
        </p:xfrm>
        <a:graphic>
          <a:graphicData uri="http://schemas.openxmlformats.org/drawingml/2006/table">
            <a:tbl>
              <a:tblPr/>
              <a:tblGrid>
                <a:gridCol w="5303520"/>
                <a:gridCol w="530352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mAP@50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0.6081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mAP@50-95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0.4419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0.6489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0.6151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0.6315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6035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Source: ai-service/runs/evaluation/final/post_train_eval_v2.json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OCR Evaluation Results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10607040" cy="3474720"/>
        </p:xfrm>
        <a:graphic>
          <a:graphicData uri="http://schemas.openxmlformats.org/drawingml/2006/table">
            <a:tbl>
              <a:tblPr/>
              <a:tblGrid>
                <a:gridCol w="3535680"/>
                <a:gridCol w="3535680"/>
                <a:gridCol w="353568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Baseline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Improved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CER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0.6632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0.3524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Exact Match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0.1386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0.3168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Delta CER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-0.3108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Delta Exact Match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+0.1782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6035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Source: ai-service/runs/evaluation/final/ocr_report_val_improved.json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Performance Benchmarks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10607040" cy="3474720"/>
        </p:xfrm>
        <a:graphic>
          <a:graphicData uri="http://schemas.openxmlformats.org/drawingml/2006/table">
            <a:tbl>
              <a:tblPr/>
              <a:tblGrid>
                <a:gridCol w="5303520"/>
                <a:gridCol w="530352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CPU Mean Inference Latency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69.28 ms/image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CPU P95 Latency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95.21 ms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CPU Throughput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14.43 FPS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Integration Tests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27/27 passed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Software Tests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112/112 passed</a:t>
                      </a:r>
                      <a:endParaRPr lang="en-US" sz="1400" dirty="0"/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6035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Sources: Stage 8/9 reports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Admin Portal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Dashboard analytics and AI monitoring panels.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Camera management and health checks.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Violation oversight and report exports.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5171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RBAC and audit log administration.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Officer &amp; Driver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Officer live detection feed and violation decisions.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Driver violation history, appeals, and fine payments.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Real-time notifications and role-specific dashboards.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Testing and Validation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Stage 7 Integration Test: full pipeline validation.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Stage 8 Functional/Performance/Security suites passed.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UAT completed with 3 participants, rating 4.4/5.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Deployment and Operations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Production Docker Compose stack implemented.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Nginx reverse proxy + SSL automation scripts.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Health-check automation for core services.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5171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Automated PostgreSQL daily backup via cron + pg_dump.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Documentation and Thesis Outputs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Stage 11: diagrams, API examples, user manual screenshots.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Stage 12: Chapters 3-6 completed with evidence-backed content.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Traceable artifacts for AI evaluation and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Live Demo 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Admin login and dashboard overview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Submit camera frame to integration endpoint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Detection + OCR + violation generation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5171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Officer review and decision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50474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Driver notification and payment/appeal view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Limitations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Current YOLO accuracy below production target (&gt;= 0.80 mAP@50).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GPU runtime constraints affected benchmark completeness.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RTSP resilience and some UX edge cases are future refinements.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Future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GPU training for 100+ epochs with class-balanced data.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Expanded field-collected dataset and OCR fine-tuning.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Mobile notifications and improved live-stream robustness.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5171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Registry integration for larger-scale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Project Deliverables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Full source code (frontend/backend/AI/shared packages).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Final thesis with chapters and appendices.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Deployment scripts and operational runbooks.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5171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Presentation deck, demo script, and defense materials.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Defense Preparation Checklist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Slides: 20-30 final deck completed.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Demo script and fallback paths prepared.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Rehearsal log with 3 rounds completed.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5171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Submission package manifest prepared.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CamTraffic — AI-enabled traffic enforcement for Cambodia.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456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• Questions and discussion welcome.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Contact: admin@camtraffic.kh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CamTraffic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CamTraffic Final Presentation</dc:title>
  <dc:subject>Final Year Project Defense</dc:subject>
  <dc:creator>Dim Sareach</dc:creator>
  <cp:lastModifiedBy>Dim Sareach</cp:lastModifiedBy>
  <cp:revision>1</cp:revision>
  <dcterms:created xsi:type="dcterms:W3CDTF">2026-07-10T14:00:46Z</dcterms:created>
  <dcterms:modified xsi:type="dcterms:W3CDTF">2026-07-10T14:00:46Z</dcterms:modified>
</cp:coreProperties>
</file>