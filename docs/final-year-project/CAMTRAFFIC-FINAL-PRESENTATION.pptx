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CamTraffic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AI-Based Traffic Sign Detection and Traffic Law Enforcement System</a:t>
            </a:r>
            <a:br/>
            <a:r>
              <a:t>Cambodia · Final Year Project · 2026</a:t>
            </a:r>
            <a:br/>
            <a:r>
              <a:t>[Your Name] · [University]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• Officers cannot monitor all intersections continuously</a:t>
            </a:r>
          </a:p>
          <a:p>
            <a:pPr>
              <a:spcAft>
                <a:spcPts val="800"/>
              </a:spcAft>
              <a:defRPr sz="1600"/>
            </a:pPr>
            <a:r>
              <a:t>• Violations lack standardized photographic evidence</a:t>
            </a:r>
          </a:p>
          <a:p>
            <a:pPr>
              <a:spcAft>
                <a:spcPts val="800"/>
              </a:spcAft>
              <a:defRPr sz="1600"/>
            </a:pPr>
            <a:r>
              <a:t>• Drivers have limited transparency into fines and appeals</a:t>
            </a:r>
          </a:p>
          <a:p>
            <a:pPr>
              <a:spcAft>
                <a:spcPts val="800"/>
              </a:spcAft>
              <a:defRPr sz="1600"/>
            </a:pPr>
            <a:r>
              <a:t>• Detection, fines, and appeals operate in separate processes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CamTraffic connects AI detection → violations → fines → appeals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O1 Detect Cambodian traffic signs (YOLO) — ✅ mAP@50 = 0.908</a:t>
            </a:r>
          </a:p>
          <a:p>
            <a:pPr>
              <a:spcAft>
                <a:spcPts val="800"/>
              </a:spcAft>
              <a:defRPr sz="1600"/>
            </a:pPr>
            <a:r>
              <a:t>O2 License plate OCR integration — ✅ Pipeline live</a:t>
            </a:r>
          </a:p>
          <a:p>
            <a:pPr>
              <a:spcAft>
                <a:spcPts val="800"/>
              </a:spcAft>
              <a:defRPr sz="1600"/>
            </a:pPr>
            <a:r>
              <a:t>O3 Violation → fine → appeal workflow — ✅ Full REST API</a:t>
            </a:r>
          </a:p>
          <a:p>
            <a:pPr>
              <a:spcAft>
                <a:spcPts val="800"/>
              </a:spcAft>
              <a:defRPr sz="1600"/>
            </a:pPr>
            <a:r>
              <a:t>O4 Admin + officer + driver portals — ✅ React SPAs</a:t>
            </a:r>
          </a:p>
          <a:p>
            <a:pPr>
              <a:spcAft>
                <a:spcPts val="800"/>
              </a:spcAft>
              <a:defRPr sz="1600"/>
            </a:pPr>
            <a:r>
              <a:t>O5 Production deployment — ✅ Docker 8-service stack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Admin portal (:5174) — users, cameras, reports, audit</a:t>
            </a:r>
          </a:p>
          <a:p>
            <a:pPr>
              <a:spcAft>
                <a:spcPts val="800"/>
              </a:spcAft>
              <a:defRPr sz="1600"/>
            </a:pPr>
            <a:r>
              <a:t>User portal (:5173) — Officer + Driver tabs</a:t>
            </a:r>
          </a:p>
          <a:p>
            <a:pPr>
              <a:spcAft>
                <a:spcPts val="800"/>
              </a:spcAft>
              <a:defRPr sz="1600"/>
            </a:pPr>
            <a:r>
              <a:t>Django REST API + PostgreSQL</a:t>
            </a:r>
          </a:p>
          <a:p>
            <a:pPr>
              <a:spcAft>
                <a:spcPts val="800"/>
              </a:spcAft>
              <a:defRPr sz="1600"/>
            </a:pPr>
            <a:r>
              <a:t>YOLO11n + EasyOCR embedded pipeline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Three stakeholders · One enforcement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Architecture (Task 403)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Modular monolith — Django REST + embedded AI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Client: React 19 + Vite (admin + user)</a:t>
            </a:r>
          </a:p>
          <a:p>
            <a:pPr>
              <a:spcAft>
                <a:spcPts val="800"/>
              </a:spcAft>
              <a:defRPr sz="1600"/>
            </a:pPr>
            <a:r>
              <a:t>API: Django 5 + Gunicorn + DRF</a:t>
            </a:r>
          </a:p>
          <a:p>
            <a:pPr>
              <a:spcAft>
                <a:spcPts val="800"/>
              </a:spcAft>
              <a:defRPr sz="1600"/>
            </a:pPr>
            <a:r>
              <a:t>AI: YOLO11n + EasyOCR (+ optional ai-worker)</a:t>
            </a:r>
          </a:p>
          <a:p>
            <a:pPr>
              <a:spcAft>
                <a:spcPts val="800"/>
              </a:spcAft>
              <a:defRPr sz="1600"/>
            </a:pPr>
            <a:r>
              <a:t>Data: PostgreSQL 16, Redis 7</a:t>
            </a:r>
          </a:p>
          <a:p>
            <a:pPr>
              <a:spcAft>
                <a:spcPts val="800"/>
              </a:spcAft>
              <a:defRPr sz="1600"/>
            </a:pPr>
            <a:r>
              <a:t>Edge: Nginx + Let's Encrypt (production)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Diagram: docs/final-year-project/diagrams/DEPLOYMENT-DIAGRAM.md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Use Cases &amp;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Admin — users, RBAC, cameras, backup, audit logs</a:t>
            </a:r>
          </a:p>
          <a:p>
            <a:pPr>
              <a:spcAft>
                <a:spcPts val="800"/>
              </a:spcAft>
              <a:defRPr sz="1600"/>
            </a:pPr>
            <a:r>
              <a:t>Traffic Police — AI detect, violations, fines, appeals review</a:t>
            </a:r>
          </a:p>
          <a:p>
            <a:pPr>
              <a:spcAft>
                <a:spcPts val="800"/>
              </a:spcAft>
              <a:defRPr sz="1600"/>
            </a:pPr>
            <a:r>
              <a:t>Driver — view fines, pay (demo), submit appeals, vehicles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Figure: USE-CASE-DIAGRAM.md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AI Pipeline (Task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1. Image upload or webcam frame</a:t>
            </a:r>
          </a:p>
          <a:p>
            <a:pPr>
              <a:spcAft>
                <a:spcPts val="800"/>
              </a:spcAft>
              <a:defRPr sz="1600"/>
            </a:pPr>
            <a:r>
              <a:t>2. YOLO11n sign detection (10 classes, 640px)</a:t>
            </a:r>
          </a:p>
          <a:p>
            <a:pPr>
              <a:spcAft>
                <a:spcPts val="800"/>
              </a:spcAft>
              <a:defRPr sz="1600"/>
            </a:pPr>
            <a:r>
              <a:t>3. Vehicle bbox + EasyOCR plate read</a:t>
            </a:r>
          </a:p>
          <a:p>
            <a:pPr>
              <a:spcAft>
                <a:spcPts val="800"/>
              </a:spcAft>
              <a:defRPr sz="1600"/>
            </a:pPr>
            <a:r>
              <a:t>4. ViolationRule engine (sign_class_key match)</a:t>
            </a:r>
          </a:p>
          <a:p>
            <a:pPr>
              <a:spcAft>
                <a:spcPts val="800"/>
              </a:spcAft>
              <a:defRPr sz="1600"/>
            </a:pPr>
            <a:r>
              <a:t>5. AIDetectionLog → Violation → Fine → Notification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API: POST /api/ai/detect/ · Weights: ai/weights/best_v2.pt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Dataset (Task 405)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Full sign taxonomy: 31 classes (CVAT registry)</a:t>
            </a:r>
          </a:p>
          <a:p>
            <a:pPr>
              <a:spcAft>
                <a:spcPts val="800"/>
              </a:spcAft>
              <a:defRPr sz="1600"/>
            </a:pPr>
            <a:r>
              <a:t>Road footage collection target: 8,848 frames</a:t>
            </a:r>
          </a:p>
          <a:p>
            <a:pPr>
              <a:spcAft>
                <a:spcPts val="800"/>
              </a:spcAft>
              <a:defRPr sz="1600"/>
            </a:pPr>
            <a:r>
              <a:t>Traffic sign images collected: 2,840</a:t>
            </a:r>
          </a:p>
          <a:p>
            <a:pPr>
              <a:spcAft>
                <a:spcPts val="800"/>
              </a:spcAft>
              <a:defRPr sz="1600"/>
            </a:pPr>
            <a:r>
              <a:t>Grand total images (all categories): 3,561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Production model: 10-class subset (dataset_10/)</a:t>
            </a:r>
          </a:p>
          <a:p>
            <a:pPr>
              <a:spcAft>
                <a:spcPts val="800"/>
              </a:spcAft>
              <a:defRPr sz="1600"/>
            </a:pPr>
            <a:r>
              <a:t>Classes: NO_ENTRY, M_STOP, speed limits, turn restrictions, etc.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Model Results (Task 406)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YOLO11n — 10-class production model (best_v2.pt)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mAP@50: 0.908 (target ≥ 0.85) ✅</a:t>
            </a:r>
          </a:p>
          <a:p>
            <a:pPr>
              <a:spcAft>
                <a:spcPts val="800"/>
              </a:spcAft>
              <a:defRPr sz="1600"/>
            </a:pPr>
            <a:r>
              <a:t>mAP@50-95: 0.796</a:t>
            </a:r>
          </a:p>
          <a:p>
            <a:pPr>
              <a:spcAft>
                <a:spcPts val="800"/>
              </a:spcAft>
              <a:defRPr sz="1600"/>
            </a:pPr>
            <a:r>
              <a:t>Precision: 0.960 · Recall: 0.196</a:t>
            </a:r>
          </a:p>
          <a:p>
            <a:pPr>
              <a:spcAft>
                <a:spcPts val="800"/>
              </a:spcAft>
              <a:defRPr sz="1600"/>
            </a:pPr>
            <a:r>
              <a:t>CPU FPS @ 640px: ~20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Insert: PR_curve.png · confusion_matrix.png</a:t>
            </a:r>
          </a:p>
          <a:p>
            <a:pPr>
              <a:spcAft>
                <a:spcPts val="800"/>
              </a:spcAft>
              <a:defRPr sz="1600"/>
            </a:pPr>
            <a:r>
              <a:t>OCR CER: 2.40 — officer confirmation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Live Demo (7 Scenes)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1. Admin dashboard KPIs</a:t>
            </a:r>
          </a:p>
          <a:p>
            <a:pPr>
              <a:spcAft>
                <a:spcPts val="800"/>
              </a:spcAft>
              <a:defRPr sz="1600"/>
            </a:pPr>
            <a:r>
              <a:t>2. Live camera grid</a:t>
            </a:r>
          </a:p>
          <a:p>
            <a:pPr>
              <a:spcAft>
                <a:spcPts val="800"/>
              </a:spcAft>
              <a:defRPr sz="1600"/>
            </a:pPr>
            <a:r>
              <a:t>3. AI detection (upload/webcam)</a:t>
            </a:r>
          </a:p>
          <a:p>
            <a:pPr>
              <a:spcAft>
                <a:spcPts val="800"/>
              </a:spcAft>
              <a:defRPr sz="1600"/>
            </a:pPr>
            <a:r>
              <a:t>4. Violation auto-create + notification</a:t>
            </a:r>
          </a:p>
          <a:p>
            <a:pPr>
              <a:spcAft>
                <a:spcPts val="800"/>
              </a:spcAft>
              <a:defRPr sz="1600"/>
            </a:pPr>
            <a:r>
              <a:t>5. Officer confirm + issue fine</a:t>
            </a:r>
          </a:p>
          <a:p>
            <a:pPr>
              <a:spcAft>
                <a:spcPts val="800"/>
              </a:spcAft>
              <a:defRPr sz="1600"/>
            </a:pPr>
            <a:r>
              <a:t>6. Driver portal + payment demo</a:t>
            </a:r>
          </a:p>
          <a:p>
            <a:pPr>
              <a:spcAft>
                <a:spcPts val="800"/>
              </a:spcAft>
              <a:defRPr sz="1600"/>
            </a:pPr>
            <a:r>
              <a:t>7. PDF/Excel report export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Script: DEMO-SCRIPT.md (~12 minutes)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Testing &amp; UAT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Backend API + RBAC tests — PASS</a:t>
            </a:r>
          </a:p>
          <a:p>
            <a:pPr>
              <a:spcAft>
                <a:spcPts val="800"/>
              </a:spcAft>
              <a:defRPr sz="1600"/>
            </a:pPr>
            <a:r>
              <a:t>Security (SQL injection, upload MIME) — PASS</a:t>
            </a:r>
          </a:p>
          <a:p>
            <a:pPr>
              <a:spcAft>
                <a:spcPts val="800"/>
              </a:spcAft>
              <a:defRPr sz="1600"/>
            </a:pPr>
            <a:r>
              <a:t>Playwright E2E — 4/4 PASS</a:t>
            </a:r>
          </a:p>
          <a:p>
            <a:pPr>
              <a:spcAft>
                <a:spcPts val="800"/>
              </a:spcAft>
              <a:defRPr sz="1600"/>
            </a:pPr>
            <a:r>
              <a:t>UAT (admin, officer, driver) — PASS</a:t>
            </a:r>
          </a:p>
          <a:p>
            <a:pPr>
              <a:spcAft>
                <a:spcPts val="800"/>
              </a:spcAft>
              <a:defRPr sz="1600"/>
            </a:pPr>
            <a:r>
              <a:t>Health endpoint p95 &lt; 250 ms — PASS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Evidence: UAT-REPORT.md · PERFORMANCE-EVALUATION.md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Docker Compose — 8 services:</a:t>
            </a:r>
          </a:p>
          <a:p>
            <a:pPr>
              <a:spcAft>
                <a:spcPts val="800"/>
              </a:spcAft>
              <a:defRPr sz="1600"/>
            </a:pPr>
            <a:r>
              <a:t>nginx · backend · ai-worker · celery-worker · celery-beat</a:t>
            </a:r>
          </a:p>
          <a:p>
            <a:pPr>
              <a:spcAft>
                <a:spcPts val="800"/>
              </a:spcAft>
              <a:defRPr sz="1600"/>
            </a:pPr>
            <a:r>
              <a:t>postgres · redis · certbot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npm run docker:prod:up</a:t>
            </a:r>
          </a:p>
          <a:p>
            <a:pPr>
              <a:spcAft>
                <a:spcPts val="800"/>
              </a:spcAft>
              <a:defRPr sz="1600"/>
            </a:pPr>
            <a:r>
              <a:t>CI: .github/workflows/ci.yml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446 / 540 checklist tasks completed</a:t>
            </a:r>
          </a:p>
          <a:p>
            <a:pPr>
              <a:spcAft>
                <a:spcPts val="800"/>
              </a:spcAft>
              <a:defRPr sz="1600"/>
            </a:pPr>
            <a:r>
              <a:t>~120 API endpoints · 16 Django apps</a:t>
            </a:r>
          </a:p>
          <a:p>
            <a:pPr>
              <a:spcAft>
                <a:spcPts val="800"/>
              </a:spcAft>
              <a:defRPr sz="1600"/>
            </a:pPr>
            <a:r>
              <a:t>7 thesis chapters · 40+ documentation files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Hybrid: AI perception + expert-system rules + full-stack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Limitations:</a:t>
            </a:r>
          </a:p>
          <a:p>
            <a:pPr>
              <a:spcAft>
                <a:spcPts val="800"/>
              </a:spcAft>
              <a:defRPr sz="1600"/>
            </a:pPr>
            <a:r>
              <a:t>• 10-class vs 31-class catalog</a:t>
            </a:r>
          </a:p>
          <a:p>
            <a:pPr>
              <a:spcAft>
                <a:spcPts val="800"/>
              </a:spcAft>
              <a:defRPr sz="1600"/>
            </a:pPr>
            <a:r>
              <a:t>• OCR needs Cambodia-specific training</a:t>
            </a:r>
          </a:p>
          <a:p>
            <a:pPr>
              <a:spcAft>
                <a:spcPts val="800"/>
              </a:spcAft>
              <a:defRPr sz="1600"/>
            </a:pPr>
            <a:r>
              <a:t>• Web-only · demo payment</a:t>
            </a:r>
          </a:p>
          <a:p>
            <a:pPr>
              <a:spcAft>
                <a:spcPts val="800"/>
              </a:spcAft>
              <a:defRPr sz="1600"/>
            </a:pPr>
          </a:p>
          <a:p>
            <a:pPr>
              <a:spcAft>
                <a:spcPts val="800"/>
              </a:spcAft>
              <a:defRPr sz="1600"/>
            </a:pPr>
            <a:r>
              <a:t>Future: expand dataset, GPU RTSP, mobile app, police pilot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Questions?</a:t>
            </a:r>
            <a:br/>
            <a:br/>
            <a:r>
              <a:t>github.com/SareachGenZ/CamTraffic</a:t>
            </a:r>
            <a:br/>
            <a:r>
              <a:t>DEFENSE-PREPARATION.md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